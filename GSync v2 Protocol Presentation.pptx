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5"/>
  </p:notesMasterIdLst>
  <p:sldIdLst>
    <p:sldId id="256" r:id="rId2"/>
    <p:sldId id="259" r:id="rId3"/>
    <p:sldId id="274" r:id="rId4"/>
    <p:sldId id="275" r:id="rId5"/>
    <p:sldId id="260" r:id="rId6"/>
    <p:sldId id="262" r:id="rId7"/>
    <p:sldId id="263" r:id="rId8"/>
    <p:sldId id="264" r:id="rId9"/>
    <p:sldId id="265" r:id="rId10"/>
    <p:sldId id="266" r:id="rId11"/>
    <p:sldId id="276" r:id="rId12"/>
    <p:sldId id="268" r:id="rId13"/>
    <p:sldId id="273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17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D814-3A2A-9D49-7344-2B68CB273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398E1-16CE-40DD-CF4C-B4240348C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B33EE-EBC1-262D-124F-8E70B86FD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74F30-B89C-8CA6-49F2-0AA4A6AECB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80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72BD9-42D5-B475-EF54-5C4D1B9DC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A677D-BCC2-DB44-7944-71132142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35505-8FAF-615A-81BC-EC7B1CBEE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E4DD5-2FCF-DFAC-3DD1-D9FDD068F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26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9587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2842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4494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24/12/2025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94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24/12/2025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7273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24/12/2025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8507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24/12/2025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59016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24/12/2025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2133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24/12/2025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428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7658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041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6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24/12/2025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6649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8301" y="546002"/>
            <a:ext cx="26570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GSync v2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056596" y="1440473"/>
            <a:ext cx="5080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Multiplayer Game State Synchronization Protocol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25656" y="1969184"/>
            <a:ext cx="314235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CSE361: Computer Networks • Project 2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25656" y="2417885"/>
            <a:ext cx="3407252" cy="217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Team members:</a:t>
            </a:r>
          </a:p>
          <a:p>
            <a:pPr algn="ctr">
              <a:lnSpc>
                <a:spcPts val="1470"/>
              </a:lnSpc>
            </a:pPr>
            <a:endParaRPr lang="en-US" dirty="0">
              <a:solidFill>
                <a:srgbClr val="CBD5E1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Rawan Hany Shaker 23P0393</a:t>
            </a:r>
          </a:p>
          <a:p>
            <a:pPr algn="ctr">
              <a:lnSpc>
                <a:spcPts val="1470"/>
              </a:lnSpc>
            </a:pPr>
            <a:endParaRPr lang="en-US" dirty="0">
              <a:solidFill>
                <a:srgbClr val="CBD5E1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Hania Soliman 23P0033</a:t>
            </a:r>
          </a:p>
          <a:p>
            <a:pPr algn="ctr">
              <a:lnSpc>
                <a:spcPts val="1470"/>
              </a:lnSpc>
            </a:pPr>
            <a:endParaRPr lang="en-US" dirty="0">
              <a:solidFill>
                <a:srgbClr val="CBD5E1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Peter Maged 23P0192 </a:t>
            </a:r>
          </a:p>
          <a:p>
            <a:pPr algn="ctr">
              <a:lnSpc>
                <a:spcPts val="1470"/>
              </a:lnSpc>
            </a:pPr>
            <a:endParaRPr lang="en-US" dirty="0">
              <a:solidFill>
                <a:srgbClr val="CBD5E1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47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John George 23P0266</a:t>
            </a:r>
          </a:p>
          <a:p>
            <a:pPr algn="ctr">
              <a:lnSpc>
                <a:spcPts val="147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</a:t>
            </a:r>
          </a:p>
          <a:p>
            <a:pPr algn="ctr">
              <a:lnSpc>
                <a:spcPts val="147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Mohamed Tarek 2300535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465898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1755458"/>
            <a:ext cx="7924800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Authoritative state</a:t>
            </a:r>
            <a:endParaRPr lang="en-US" sz="1600" dirty="0"/>
          </a:p>
          <a:p>
            <a:pPr marL="0" indent="0" algn="ctr">
              <a:lnSpc>
                <a:spcPts val="1512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 Hz broadcasts</a:t>
            </a:r>
            <a:endParaRPr lang="en-US" sz="1600" dirty="0"/>
          </a:p>
          <a:p>
            <a:pPr marL="0" indent="0" algn="ctr">
              <a:lnSpc>
                <a:spcPts val="1512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Conflict resolution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763679"/>
            <a:ext cx="7461504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UDP Unicast 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3452099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(1-4)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600" y="3741658"/>
            <a:ext cx="7924800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Receive snapshots</a:t>
            </a:r>
            <a:endParaRPr lang="en-US" sz="1600" dirty="0"/>
          </a:p>
          <a:p>
            <a:pPr marL="0" indent="0" algn="ctr">
              <a:lnSpc>
                <a:spcPts val="1512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Send events</a:t>
            </a:r>
            <a:endParaRPr lang="en-US" sz="1600" dirty="0"/>
          </a:p>
          <a:p>
            <a:pPr marL="0" indent="0" algn="ctr">
              <a:lnSpc>
                <a:spcPts val="1512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 grid state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CB9E-0BFD-039C-A446-F0EC848B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88FB10-8713-9B70-A3B2-8BC3CDC24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9113"/>
            <a:ext cx="9144000" cy="3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32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CA993-52C7-0619-3072-8C707952A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creens screenshot of a game&#10;&#10;AI-generated content may be incorrect.">
            <a:extLst>
              <a:ext uri="{FF2B5EF4-FFF2-40B4-BE49-F238E27FC236}">
                <a16:creationId xmlns:a16="http://schemas.microsoft.com/office/drawing/2014/main" id="{DD84EAF0-E940-FDC8-B2BF-6F2FED8D6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1525"/>
            <a:ext cx="91440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88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Header (28 Bytes)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ID (4B):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"GSYN" identifier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(1B):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Protocol version 2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Type (1B):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INIT, SNAPSHOT, EVENT, GAME_OVER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ID (4B):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Monotonically increasing counter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Timestamp (8B):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latency measurement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CRC32 Checksum (4B):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Error detection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Results (No Impairment)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Latency: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0.60 ms (target ≤50 ms) ✅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Rate: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 (target ≥99%) ✅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Usage: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2-5% (efficient) ✅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~24 kbps per client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 Sent: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24,162 over 60 seconds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2% Packet Loss (LAN)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Latency: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0.52 ms (target ≤75 ms) ✅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Rate: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97.90% (target ≥95%) ✅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K=3 Redundancy Effect: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Recovers isolated drops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Smooth gameplay maintained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5% Packet Loss (WAN)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Latency: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0.61 ms (target ≤100 ms) ✅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Rate: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94.67% (target ≥90%) ✅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7.51 ms mean (occasional gaps when bursts exceed K=3)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Stability: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Remains playable with interpolation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100ms Fixed Delay (WAN)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Latency: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95.36 ms (reflects network delay)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Rate: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 (no loss) ✅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4.78 ms (well-controlled)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Impact: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Acceptable for real-time games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1080"/>
            <a:ext cx="6283569" cy="86047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41580"/>
            <a:ext cx="6283569" cy="86047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99" y="3114828"/>
            <a:ext cx="6283569" cy="86047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172825"/>
            <a:ext cx="6283569" cy="86047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599" y="288098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Tests Passed ✅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41248" y="1039256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1377472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 ms latency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delivery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06327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Loss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2434885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 ms latency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97.90% delivery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3154689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Loss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3514006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 ms latency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94.67% delivery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4237878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100ms Delay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4622971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95.36 ms latency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delivery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3219CA6-7AAA-E2F9-7E88-C70DC2807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511" y="482600"/>
            <a:ext cx="5018976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30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Mechanisms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K=3 Redundancy: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Recover from isolated packet loss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Timestamp-Based Reordering: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 out-of-order packets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CRC32 Checksum: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 bit-flip errors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Double-Send Events: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Client sends critical events twice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Filtering: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Discard outdated/duplicate snapshots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8701" y="1697357"/>
            <a:ext cx="32064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54745" y="2687957"/>
            <a:ext cx="8848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link: https://github.com/mo7amedmengasu/Grid-Clash-networking_project-.git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99977" y="3941741"/>
            <a:ext cx="4158113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GSync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v2 Team | CSE361: Computer Networks | December 23, 2025</a:t>
            </a:r>
            <a:endParaRPr lang="en-US" sz="10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B6CD56F-BB1D-5DD1-9760-61AF2525F1A5}"/>
              </a:ext>
            </a:extLst>
          </p:cNvPr>
          <p:cNvSpPr/>
          <p:nvPr/>
        </p:nvSpPr>
        <p:spPr>
          <a:xfrm>
            <a:off x="154745" y="3048149"/>
            <a:ext cx="8848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Demo video link: https://youtu.be/vrWtwm25VR4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</TotalTime>
  <Words>449</Words>
  <Application>Microsoft Office PowerPoint</Application>
  <PresentationFormat>On-screen Show (16:9)</PresentationFormat>
  <Paragraphs>87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Peter Maged shokry Noshy 23P0192</cp:lastModifiedBy>
  <cp:revision>5</cp:revision>
  <dcterms:created xsi:type="dcterms:W3CDTF">2025-12-23T15:35:50Z</dcterms:created>
  <dcterms:modified xsi:type="dcterms:W3CDTF">2025-12-23T23:38:52Z</dcterms:modified>
</cp:coreProperties>
</file>